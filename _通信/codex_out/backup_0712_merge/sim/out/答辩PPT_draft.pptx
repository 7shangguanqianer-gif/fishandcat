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40 秒:题面复述+难点定位,引用致辞建立同频。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架构页 60 秒:强调双层分别对应决赛交互与优化上界。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评委最容易问'权重怎么定的'——这页就是答案。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强调'贴近实际工程应用'是题面原话。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全场最重的一页,放慢;口径两句话讲清,体现严谨。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三级证据链是名校队语言;一句话金句放这页。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创新10%+报告30%的方法论页;评委问'为什么两套数'时,这页是总答案。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回应'贴合实际吗':不是堆模型层数,而是证明每加一层现实结论都站得住。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'负结果也如实写'是工程可信度的加分句。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 工程师评委最认的一页;截图在下一页。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创新10%主素材之一;'数字孪生'是官方材料关键词。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封面级卖点;强调假设显式=可质疑可替换。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决赛 20% 的正面战场;留出现场操作时间。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每条都有实验编号与复现命令,防'创新是嘴上说的'质疑。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'知道为什么不用'且'亲手试过'——这页现在有自己的学习曲线。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收尾引用张楠'从学子到工程师的思维跃迁'致谢即可。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232000"/>
            <a:ext cx="108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7365D"/>
                </a:solidFill>
                <a:latin typeface="Microsoft YaHei"/>
              </a:rPr>
              <a:t>智储优控:基于 AI 算法与智能控制的立体仓储仓位优化</a:t>
            </a:r>
          </a:p>
          <a:p>
            <a:r>
              <a:rPr sz="1800" b="0">
                <a:solidFill>
                  <a:srgbClr val="505050"/>
                </a:solidFill>
                <a:latin typeface="Microsoft YaHei"/>
              </a:rPr>
              <a:t>2026 ABB 杯 · 赛道一 · 〔队伍名/成员/学校〕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为什么这道题不简单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400 仓位、承重逐层递减、预占用、五属性货物——多目标互相冲突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存取效率 vs 重货稳定 vs 提升能耗 vs 近位稀缺:没有免费午餐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要求全链落地:数学模型 → 仿真验证 → AC500 PLC 实时执行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主办方定调:打造“会思考”的立体仓储系统,绿色工程视野(王余,开赛致辞)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双层优化架构:在线评分 + 批量 AWRA-LS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在线层:逐件到达,一个扫描周期内 400 仓位全扫评分,PLC 可实时执行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四项加权:效率 + 稳定 + 能耗 + 位置价值预留 δ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批量层:Rank→Assign→LocalSearch,较在线再降 22.7%(信息完备的价值)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权重按场景查表自适应(密度×分布×模式),PLC 同一张表落地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δ 预留项:一个有证据链的设计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δ=0 → 退化成就近贪心(占位集合完全重合):存在性证明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多 seed 标定 → 0.10-0.30 平台;自适应表按场景选值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敏感性扫描独立验证策略表选值(悬崖-平台结构)</a:t>
            </a:r>
          </a:p>
        </p:txBody>
      </p:sp>
      <p:pic>
        <p:nvPicPr>
          <p:cNvPr id="4" name="Picture 3" descr="fig14_参数敏感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180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物理与作业真实度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梯形加减速运动模型(匀速口径保留为文献对照)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存取混合双命令周期:较单命令节省 29.1%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吞吐 230 次/时 = 题面基线的 1.75 倍</a:t>
            </a:r>
          </a:p>
        </p:txBody>
      </p:sp>
      <p:pic>
        <p:nvPicPr>
          <p:cNvPr id="4" name="Picture 3" descr="fig8_混合作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207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主结果(H 口径,3 seeds)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AWRA-LS 期望取货 8.40±0.48s,较题面基线降 62.0%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提升能耗降 67.3%;重货平均层 0.57;违规 0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对照口径(匀速+固定权重,可比文献):6.44s / 降 68.2%</a:t>
            </a:r>
          </a:p>
        </p:txBody>
      </p:sp>
      <p:pic>
        <p:nvPicPr>
          <p:cNvPr id="4" name="Picture 3" descr="fig1_策略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1527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离理论天花板有多远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解析下界 5.54s ≤ NSGA-II 可达 5.94s ≤ AWRA-LS 6.53s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距可达最优 9.9%——“我们离理论天花板不到 9%”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随机策略解析值 vs 仿真:1σ 内互证,仿真器本身被理论校验</a:t>
            </a:r>
          </a:p>
        </p:txBody>
      </p:sp>
      <p:pic>
        <p:nvPicPr>
          <p:cNvPr id="4" name="Picture 3" descr="fig9_理论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3187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一套系统,九把尺子:口径矩阵(方法论)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每个建模选择都被识别为“口径”:参数化+保留切换开关+主/对照并列呈现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运动模型(加减速/匀速)/ 权重(自适应/固定)/ 行程(切比雪夫/曼哈顿)…共 9 维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核心主张=口径不变性:主结论在全部口径组合下方向一致,切换只平移数字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类比:汽车油耗的 WLTP vs EPA、财报的双准则——工程数字必须声明测量框架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完整矩阵见报告附录 C;主口径数字由回归测试锁定,动口径=红灯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拟真度阶梯:三档同管线验证(L7)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档1 数据模型(匀速+固定权重)→ 档2 工程主口径 H → 档3 工业场景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档3 = 泊松到达峰谷 + 货叉装卸 + 频次估计噪声 + 故障注入(参数显式,canonical G)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降幅阶梯:49.9% → 43.7% → 44.7%——匀速口径高估约 7pp,工业场景优势稳定;排序不变、违规 0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档3 排队视角:响应 P95 918s → 680s——布局优化直接改善高负载可用性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频次画像带噪(σ=0.3)AWRA 布局质量不塌:多因子 Rank+局部搜索兜底</a:t>
            </a:r>
          </a:p>
        </p:txBody>
      </p:sp>
      <p:pic>
        <p:nvPicPr>
          <p:cNvPr id="4" name="Picture 3" descr="fig16_拟真度阶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2090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鲁棒性与运行期自愈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分布漂移/紧库存/重货潮三类压力:AWRA 系退化最平缓,紧库存失败 0 件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周期重排=夜间自愈机制:消除布局熵漂移(收益&gt;1.2×成本才动,经济学准入)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负结果如实呈现:重排的价值是自愈不是提效(F11)</a:t>
            </a:r>
          </a:p>
        </p:txBody>
      </p:sp>
      <p:pic>
        <p:nvPicPr>
          <p:cNvPr id="4" name="Picture 3" descr="fig13_鲁棒压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18276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AC500 落地:优化算法跑在 10ms 实时任务里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三层封装:FC 纯函数 / FB 状态机 / PRG 主状态机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扫描周期分片:每周期 nBatchPerCycle 件、nPairsPerCycle 对,非阻塞不触发看门狗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24 项边界+一致性用例(含官方口径预占格数断言),AB 仿真在线实测 iPassed=24 / 0 错误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三时钟源(LTIME/Monitor/SysTimeGetNs)周期内耗时在 PC 仿真均恒 0——如实记录,口径转任务级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实测(自动化管线在线):nBatch=1 → 314 周期完成;nBatch≥5 → 稳定 ~126 周期(状态机固定开销主导);真机预估 = 周期数 × 10ms 标称,看门狗零触发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轻量数字孪生:Python 与 ST 互相背书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同一算法两个实现:仿真侧探索统计,PLC 侧实时执行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自动生成一致性向量:评分/行程(含加减速)/双命令,1e-3 容差比对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演示批与仿真同 seed 同源——报告数字与现场演示互证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护栏:任何一侧口径变更 → 一致性用例红灯(开发期已拦截过分歧)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绿色工程:能耗的年化账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较题面基线年省电约 266 kWh(降 49%),假设全部显式声明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下降势能不回收、效率保守取值——换算偏保守,不吃再生制动的账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呼应“AI 算法正在重新定义能效的边界”(王余)</a:t>
            </a:r>
          </a:p>
        </p:txBody>
      </p:sp>
      <p:pic>
        <p:nvPicPr>
          <p:cNvPr id="4" name="Picture 3" descr="fig10_绿色换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19627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决赛可视化演示(录屏/现场)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20×20 彩色仓位图 + 堆垛机沿路径动画 + 交互输入 + 统计面板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六步演示:初始→轻高频→重货→批量→算法对比→超重报警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第 7 步:评委现场改权重(δ→0),推荐位实时退化——算法可解释性的现场证明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〔此页贴可视化截图/嵌录屏,批次 C 完成后补〕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创新点清单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位置价值预留项 δ 及其完整证据链(存在性→标定→敏感性)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场景自适应权重查表(标定+留出集验证+PLC 同源)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扫描周期分片状态机(优化算法的 PLC 原生工程化)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轻量数字孪生验证方法;周期重排自愈闭环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工程取舍(考虑过且不用,都有数据)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522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A* 路径规划:双轴同动+无障碍,切比雪夫直达即物理最优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强化学习:**自己实跑了轻量版**——自学 1200 回合到 9.66s,仍落后手工标定 6.3%,且学不出 δ 预留结构(余弦 0.36)→ 设计知识仍然值钱</a:t>
            </a:r>
          </a:p>
          <a:p>
            <a:pPr lvl="1"/>
            <a:r>
              <a:rPr sz="1350" b="0">
                <a:solidFill>
                  <a:srgbClr val="505050"/>
                </a:solidFill>
                <a:latin typeface="Microsoft YaHei"/>
              </a:rPr>
              <a:t>– 深度版引 2025 文献:需长期数据、收益个位数、黑箱——不符合实时可审计要求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查表化执行:在线评分本身微秒级,查表反丢解释链</a:t>
            </a:r>
          </a:p>
        </p:txBody>
      </p:sp>
      <p:pic>
        <p:nvPicPr>
          <p:cNvPr id="4" name="Picture 3" descr="fig15_RL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99" y="1152000"/>
            <a:ext cx="5940000" cy="2227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期望取货较基线降 62.0%,能耗降 67.3%,吞吐 1.75 倍,违规 0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距已证可达最优 9.9%;23 项 PLC 用例 AB 实测通过</a:t>
            </a:r>
          </a:p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每一个数字都可由交付包脚本一键复现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16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Microsoft YaHe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1098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02020"/>
                </a:solidFill>
                <a:latin typeface="Microsoft YaHei"/>
              </a:rPr>
              <a:t>• 〔答辩 QA 卡:T18 产出后此页后附常见 20 问〕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